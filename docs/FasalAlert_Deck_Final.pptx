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800" b="0" i="0" u="none" strike="noStrike">
                <a:solidFill>
                  <a:srgbClr val="2C5F2D"/>
                </a:solidFill>
                <a:latin typeface="Arial"/>
              </a:rPr>
              <a:t>Crop Stress Score by District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CSS Score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Ludhiana</c:v>
                  </c:pt>
                  <c:pt idx="1">
                    <c:v>Amritsar</c:v>
                  </c:pt>
                  <c:pt idx="2">
                    <c:v>Karnal</c:v>
                  </c:pt>
                  <c:pt idx="3">
                    <c:v>Hisar</c:v>
                  </c:pt>
                  <c:pt idx="4">
                    <c:v>Jaipur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8.5</c:v>
                </c:pt>
                <c:pt idx="1">
                  <c:v>4.2</c:v>
                </c:pt>
                <c:pt idx="2">
                  <c:v>3.1</c:v>
                </c:pt>
                <c:pt idx="3">
                  <c:v>7.8</c:v>
                </c:pt>
                <c:pt idx="4">
                  <c:v>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640080"/>
            <a:ext cx="1828800" cy="1371600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0" y="685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🌾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FasalAlert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Crop Stress &amp; Weather Risk Advisory Dashboard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SpatioFarm  ·  Himanshu · Sathvik · Swati · Yaswanthi  ·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🌡️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Heatwaves, droughts &amp; floods devastate Indian crops every season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&amp; officers rely on raw IMD portals with no crop context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91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shows stress zones district-by-district in real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66928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Advisories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3291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warnings reach farmers, the damage is already done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FasalAlert brings live weather intelligence + crop calendars into one spatial dashboard.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146304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real-time temp, humidity &amp; rainfall per district via OpenWeatherMap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743200" cy="146304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Stress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formula computes 0–10 stress index per crop per growth stage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743200" cy="146304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Map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Folium map colour-coded green→yellow→red by stress level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2743200" cy="146304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Advisories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Auto-flags HIGH stress districts with specific farmer action text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108960"/>
            <a:ext cx="2743200" cy="146304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3192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Querying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up to 20 districts at once — full state-level monitoring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108960"/>
            <a:ext cx="2743200" cy="146304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results table for offline field use and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16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527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307592"/>
            <a:ext cx="0" cy="329184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2527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dashboard, sidebar widgets, metric cards, CSV export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9751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9751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 + Folium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286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Engine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2066544"/>
            <a:ext cx="0" cy="329184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011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boundaries, centroids, choropleth map rendering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609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734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27340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044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2825496"/>
            <a:ext cx="0" cy="329184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7706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temp, humidity, rainfall per district centroid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1985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4930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8039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3584448"/>
            <a:ext cx="0" cy="329184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52958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computation, CSS formula, tabular aggregation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7880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251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5156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5628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0" y="4343400"/>
            <a:ext cx="0" cy="329184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28853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calls to OpenWeatherMap, rate-limit handling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828800" cy="3931920"/>
          </a:xfrm>
          <a:prstGeom prst="rect">
            <a:avLst/>
          </a:prstGeom>
          <a:solidFill>
            <a:srgbClr val="1A3A1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7BC62"/>
                </a:solidFill>
              </a:rPr>
              <a:t>SIDEBAR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645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Punjab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Districts: Ludhiana, Amritsar, Hisar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Crop: Wheat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Grain-filling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Fetch &amp; Analyse 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914400"/>
            <a:ext cx="1508760" cy="68580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960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CSS: 6.8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50208" y="914400"/>
            <a:ext cx="1508760" cy="68580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50208" y="960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Hottest: Hisar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14416" y="914400"/>
            <a:ext cx="1508760" cy="68580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14416" y="960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Wettest: Amritsar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78624" y="914400"/>
            <a:ext cx="1508760" cy="68580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78624" y="960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Stressed: Ludhiana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0" y="1691640"/>
            <a:ext cx="4572000" cy="201168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6916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</a:rPr>
              <a:t>🗺️  Interactive Choropleth Map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</a:rPr>
              <a:t>(Green → Yellow → Red by CSS)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3794760"/>
            <a:ext cx="4572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District  |  CSS  |  Temp  |  Advisory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Ludhiana  |  8.5  |  38C  |  Irrigate within 48hrs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914400"/>
            <a:ext cx="1920240" cy="3657600"/>
          </a:xfrm>
          <a:prstGeom prst="rect">
            <a:avLst/>
          </a:prstGeom>
          <a:solidFill>
            <a:srgbClr val="3D0C0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005840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Ludhiana CSS: 8.5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 within 48hrs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Hisar CSS: 7.8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alert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200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097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806440" y="150876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HIGH stress districts detected (CSS &gt;= 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Ludhiana: CSS 8.5 — critical heat stress during Grain-filling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Hisar: CSS 7.8 — severe drought, irrigation advisory triggered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&amp; Jaipur within safe range (CSS &lt; 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call for 5 districts completed in &lt; 3 seconds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FDF2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Current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free tier allows 60 calls/min — limits real-time bulk queries beyond 20 districts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IMD Normals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baselines are pre-compiled CSVs, not live — may not reflect recent climate shifts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Soil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formula does not account for soil moisture or type, which affects crop stress significantly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Centroids Only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965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is fetched at the district centre — intra-district variation is not captured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solidFill>
            <a:srgbClr val="EEF4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Extensions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Stress Prediction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7647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on historical weather + yield data to predict stress 7 days ahead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IMD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5420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CSV normals with live IMD API feeds for real-time baseline updates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 System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319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HIGH-stress advisories directly to farmers via SMS using Twilio or MSG91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0965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NDVI from Sentinel-2 to validate CSS scores against actual crop health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FasalAlert delivers spatially-aware, real-time crop stress intelligence to district agricultural officers and farming cooperatives.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Streamlit dashboard with live API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choropleth map covering pan-India district boundaries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formula validated across 6 crops and 5 growth stages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5204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high-stress advisories with actionable farmer guidance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069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query of up to 20 districts in a single session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SpatioFarm  ·  March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FasalAlert</dc:title>
  <dc:subject>PptxGenJS Presentation</dc:subject>
  <dc:creator>SpatioFarm</dc:creator>
  <cp:lastModifiedBy>SpatioFarm</cp:lastModifiedBy>
  <cp:revision>1</cp:revision>
  <dcterms:created xsi:type="dcterms:W3CDTF">2026-03-29T09:46:55Z</dcterms:created>
  <dcterms:modified xsi:type="dcterms:W3CDTF">2026-03-29T09:46:55Z</dcterms:modified>
</cp:coreProperties>
</file>