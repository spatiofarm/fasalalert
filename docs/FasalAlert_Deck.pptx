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C5F2D"/>
                </a:solidFill>
                <a:latin typeface="Arial"/>
              </a:rPr>
              <a:t>Crop Stress Score by District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CSS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Ludhiana</c:v>
                  </c:pt>
                  <c:pt idx="1">
                    <c:v>Amritsar</c:v>
                  </c:pt>
                  <c:pt idx="2">
                    <c:v>Karnal</c:v>
                  </c:pt>
                  <c:pt idx="3">
                    <c:v>Hisar</c:v>
                  </c:pt>
                  <c:pt idx="4">
                    <c:v>Jaipur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4.2</c:v>
                </c:pt>
                <c:pt idx="2">
                  <c:v>3.1</c:v>
                </c:pt>
                <c:pt idx="3">
                  <c:v>7.8</c:v>
                </c:pt>
                <c:pt idx="4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640080"/>
            <a:ext cx="1828800" cy="13716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685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🌾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Crop Stress &amp; Weather Risk Advisory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SpatioFarm  ·  Himanshu · Sathvik · Swati · Yaswanthi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Heatwaves, droughts &amp; floods devastate Indian crops every season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officers rely on raw IMD portals with no crop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shows stress zones district-by-district in real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Advisories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warnings reach farmers, the damage is already done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 brings live weather intelligence + crop calendars into one spatial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real-time temp, humidity &amp; rainfall per district via OpenWeatherMap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Stress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formula computes 0–10 stress index per crop per growth stage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colour-coded green→yellow→red by stress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Advisories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HIGH stress districts with specific farmer action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Querying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 to 20 districts at once — full state-level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743200" cy="146304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results table for offline field use and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307592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52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dashboard, sidebar widgets, metric cards, CSV export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751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+ Folium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066544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boundaries, centroids, choropleth map rendering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34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734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2825496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7706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temp, humidity, rainfall per district centroid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93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803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3584448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5295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computation, CSS formula, tabular aggregation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251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5156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62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4343400"/>
            <a:ext cx="0" cy="329184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2885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 to OpenWeatherMap, rate-limit handling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828800" cy="3931920"/>
          </a:xfrm>
          <a:prstGeom prst="rect">
            <a:avLst/>
          </a:prstGeom>
          <a:solidFill>
            <a:srgbClr val="1A3A1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7BC62"/>
                </a:solidFill>
              </a:rPr>
              <a:t>SIDEBAR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645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Punjab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Districts: Ludhiana, Amritsar, Hisar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Wheat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Grain-filling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Fetch &amp; Analyse 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CSS: 6.8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50208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Hottest: Hisar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14416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14416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Wettest: Amritsar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78624" y="914400"/>
            <a:ext cx="1508760" cy="68580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78624" y="960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Stressed: Ludhiana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1691640"/>
            <a:ext cx="4572000" cy="2011680"/>
          </a:xfrm>
          <a:prstGeom prst="rect">
            <a:avLst/>
          </a:prstGeom>
          <a:solidFill>
            <a:srgbClr val="243A2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691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🗺️  Interactive Choropleth Map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(Green → Yellow → Red by CSS)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794760"/>
            <a:ext cx="4572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District  |  CSS  |  Temp  |  Advisory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Ludhiana  |  8.5  |  38°C  |  Irrigate within 48hrs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1920240" cy="3657600"/>
          </a:xfrm>
          <a:prstGeom prst="rect">
            <a:avLst/>
          </a:prstGeom>
          <a:solidFill>
            <a:srgbClr val="3D0C0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 CSS: 8.5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within 48hrs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Hisar CSS: 7.8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alert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06440" y="15087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 stress districts detected (CSS &gt;= 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Ludhiana: CSS 8.5 — critical heat stress during Grain-filling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Hisar: CSS 7.8 — severe drought, irrigation advisory triggered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&amp; Jaipur within safe range (CSS &lt; 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call for 5 districts completed in &lt; 3 seconds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FasalAlert delivers spatially-aware, real-time crop stress intelligence to district agricultural officers and farming cooperatives.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Streamlit dashboard with live API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choropleth map covering pan-India district boundaries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formula validated across 6 crops and 5 growth stages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high-stress advisories with actionable farmer guidance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query of up to 20 districts in a single session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SpatioFarm  ·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FasalAlert</dc:title>
  <dc:subject>PptxGenJS Presentation</dc:subject>
  <dc:creator>SpatioFarm</dc:creator>
  <cp:lastModifiedBy>SpatioFarm</cp:lastModifiedBy>
  <cp:revision>1</cp:revision>
  <dcterms:created xsi:type="dcterms:W3CDTF">2026-03-29T09:21:28Z</dcterms:created>
  <dcterms:modified xsi:type="dcterms:W3CDTF">2026-03-29T09:21:28Z</dcterms:modified>
</cp:coreProperties>
</file>